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6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FDABCB-AA17-4F57-AAEA-F005F291CBFE}" v="2" dt="2025-12-04T13:35:31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ice Criel" userId="760da0b4365675d4" providerId="LiveId" clId="{D78CC512-A6A2-4AFE-B98D-C1088BDDB92F}"/>
    <pc:docChg chg="custSel addSld modSld">
      <pc:chgData name="Mattice Criel" userId="760da0b4365675d4" providerId="LiveId" clId="{D78CC512-A6A2-4AFE-B98D-C1088BDDB92F}" dt="2025-12-05T10:09:47.625" v="105" actId="1076"/>
      <pc:docMkLst>
        <pc:docMk/>
      </pc:docMkLst>
      <pc:sldChg chg="modSp mod">
        <pc:chgData name="Mattice Criel" userId="760da0b4365675d4" providerId="LiveId" clId="{D78CC512-A6A2-4AFE-B98D-C1088BDDB92F}" dt="2025-12-05T10:09:47.625" v="105" actId="1076"/>
        <pc:sldMkLst>
          <pc:docMk/>
          <pc:sldMk cId="917242716" sldId="256"/>
        </pc:sldMkLst>
        <pc:spChg chg="mod">
          <ac:chgData name="Mattice Criel" userId="760da0b4365675d4" providerId="LiveId" clId="{D78CC512-A6A2-4AFE-B98D-C1088BDDB92F}" dt="2025-12-05T10:09:47.625" v="105" actId="1076"/>
          <ac:spMkLst>
            <pc:docMk/>
            <pc:sldMk cId="917242716" sldId="256"/>
            <ac:spMk id="32" creationId="{8C53961F-93C8-E670-5BEA-4360950D0166}"/>
          </ac:spMkLst>
        </pc:spChg>
        <pc:spChg chg="mod">
          <ac:chgData name="Mattice Criel" userId="760da0b4365675d4" providerId="LiveId" clId="{D78CC512-A6A2-4AFE-B98D-C1088BDDB92F}" dt="2025-12-05T10:09:42.732" v="104" actId="1076"/>
          <ac:spMkLst>
            <pc:docMk/>
            <pc:sldMk cId="917242716" sldId="256"/>
            <ac:spMk id="36" creationId="{3AB0D9F0-F8B2-15E4-38E1-EA1E154E4472}"/>
          </ac:spMkLst>
        </pc:spChg>
        <pc:cxnChg chg="mod">
          <ac:chgData name="Mattice Criel" userId="760da0b4365675d4" providerId="LiveId" clId="{D78CC512-A6A2-4AFE-B98D-C1088BDDB92F}" dt="2025-12-05T10:09:34.471" v="103" actId="1036"/>
          <ac:cxnSpMkLst>
            <pc:docMk/>
            <pc:sldMk cId="917242716" sldId="256"/>
            <ac:cxnSpMk id="33" creationId="{A3D7B9C8-5C7B-8EB9-6C35-29B59FD0113B}"/>
          </ac:cxnSpMkLst>
        </pc:cxnChg>
      </pc:sldChg>
      <pc:sldChg chg="addSp delSp modSp new mod">
        <pc:chgData name="Mattice Criel" userId="760da0b4365675d4" providerId="LiveId" clId="{D78CC512-A6A2-4AFE-B98D-C1088BDDB92F}" dt="2025-12-04T13:35:51.834" v="73" actId="1076"/>
        <pc:sldMkLst>
          <pc:docMk/>
          <pc:sldMk cId="3466356594" sldId="257"/>
        </pc:sldMkLst>
        <pc:spChg chg="del">
          <ac:chgData name="Mattice Criel" userId="760da0b4365675d4" providerId="LiveId" clId="{D78CC512-A6A2-4AFE-B98D-C1088BDDB92F}" dt="2025-12-04T12:15:18.543" v="1" actId="478"/>
          <ac:spMkLst>
            <pc:docMk/>
            <pc:sldMk cId="3466356594" sldId="257"/>
            <ac:spMk id="2" creationId="{E4AD7AA6-FECE-43CF-3B8D-C3732DC92905}"/>
          </ac:spMkLst>
        </pc:spChg>
        <pc:spChg chg="del">
          <ac:chgData name="Mattice Criel" userId="760da0b4365675d4" providerId="LiveId" clId="{D78CC512-A6A2-4AFE-B98D-C1088BDDB92F}" dt="2025-12-04T12:15:20.157" v="2" actId="478"/>
          <ac:spMkLst>
            <pc:docMk/>
            <pc:sldMk cId="3466356594" sldId="257"/>
            <ac:spMk id="3" creationId="{D9056760-D8D2-70D6-CA7E-FF96044F7EFC}"/>
          </ac:spMkLst>
        </pc:spChg>
        <pc:spChg chg="add mod">
          <ac:chgData name="Mattice Criel" userId="760da0b4365675d4" providerId="LiveId" clId="{D78CC512-A6A2-4AFE-B98D-C1088BDDB92F}" dt="2025-12-04T13:35:51.834" v="73" actId="1076"/>
          <ac:spMkLst>
            <pc:docMk/>
            <pc:sldMk cId="3466356594" sldId="257"/>
            <ac:spMk id="4" creationId="{C05EBC7B-D43A-7A2C-1D85-3DDFA7594C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2CAB04-88C8-BD89-FE70-4A3683280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4C89C3D-EEEF-1F87-1E8C-D90629A49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64C918A-553E-B973-D9CE-AE533305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C981F-DB11-40BC-8100-44DC016DE33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2D7F338-07DA-02E4-CDA4-A256EEDB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1558B41-1400-022F-6EAF-344B42F1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C8F8F-FB71-4669-8400-D22E17758A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9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642A55-A0A4-E6BF-701B-C495D6C10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B43EC9-C938-BBA5-077A-B274ED4A9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153F3B-37F6-5D13-1AFA-D637AFBD3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C981F-DB11-40BC-8100-44DC016DE33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42CF604-86F3-B0AC-EC69-F6C4647B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B09C443-122A-48F3-E50E-14A318F0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C8F8F-FB71-4669-8400-D22E17758A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77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D0C5A9-4B13-36BC-0CB5-8CACA6FE5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533A5CA-84CD-CC1D-9649-92681CF57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977CE42-E1F4-055A-90D9-AE80F431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C981F-DB11-40BC-8100-44DC016DE33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EAD91F8-671C-BFCD-AFFC-861997AC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CCFF01-8B9A-D134-8DD8-02153480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C8F8F-FB71-4669-8400-D22E17758A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2C5AD6-E1F1-E65D-F3C5-10380501D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150A5C6-DCC6-F065-CA4D-09DA3879C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9D1D4DF-52C5-ED39-DB28-088CA9741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E103DB3-E128-EC62-2394-94F9356E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C981F-DB11-40BC-8100-44DC016DE33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4A4DC58-86C8-0925-A85C-871CC9F8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DBC24C8-8F1B-873D-9A44-E09C62EEC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C8F8F-FB71-4669-8400-D22E17758A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5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228C6B-632D-2F63-E9A9-91AAAA7E0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A415F4D-A06B-0B9D-CAB0-8E239C8F6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39DC325-823F-F0BE-598B-693ABC995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5716BD1-3F6A-19B3-95FF-BFD93697A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3DC89A3D-8258-BFA1-D0CE-3B3CF0D54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3C55EE5-A663-EC95-C88A-4397A7BAC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C981F-DB11-40BC-8100-44DC016DE33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D404381-FF9D-7213-6D0F-AAFB0AAB3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E1079699-F8A5-4B0C-A05A-9CC5A473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C8F8F-FB71-4669-8400-D22E17758A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2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B790F1-18EB-B67B-B42A-1E1401F7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332599-17F7-96DD-F7EE-1B9D62A5B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C981F-DB11-40BC-8100-44DC016DE33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BE9A87D-A23D-72B4-AC71-AD80A323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FF34E1-C8CC-692B-A5BC-F163949C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C8F8F-FB71-4669-8400-D22E17758A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1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C6900C9A-1D83-AD9B-4925-0CC4A19F6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C981F-DB11-40BC-8100-44DC016DE33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3ACB982-BF85-5558-0FBB-A333C163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A800EE-B382-B58C-AD80-1481A6483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C8F8F-FB71-4669-8400-D22E17758A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19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9F5A0E-D47C-43FA-454B-80E383A7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05C14C-9B46-D5CE-F663-C15518747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3AB8FAE-BAEE-8DD5-A4E5-0D1FC1982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3CFEB80-5C96-939C-E236-293E1F745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C981F-DB11-40BC-8100-44DC016DE33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04FB06B-ED7C-B377-81E9-03060FA8A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7401F05-1C84-878A-432B-69BEA4D93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C8F8F-FB71-4669-8400-D22E17758A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9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5B9B5C-422D-6D9F-C40E-C9CFB9DD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EBA54F1-6105-A199-7319-AE84FED04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7E4FE10-DDB3-29CC-8515-05F6C5382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843A29E-091B-AF15-01A9-E62784E1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C981F-DB11-40BC-8100-44DC016DE33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49B62AB-ECC0-2703-DB07-5BFC3E271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D0FFC08-38A2-14CB-0D1B-F69440F5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C8F8F-FB71-4669-8400-D22E17758A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5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1B1319-CE26-E8CB-CDA8-7CEC01E27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E174D77-157C-DA22-0098-A36DA7D3C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CFF9A6B-6482-4369-6B02-537AF932C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C981F-DB11-40BC-8100-44DC016DE33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B1FC86E-8E41-21EA-5CC1-FDBF406B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8B7A113-7512-D001-FABF-F0570452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C8F8F-FB71-4669-8400-D22E17758A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52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614EC90-3777-49AA-C65E-6EBAA0BD5F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86865EC-740F-A9C7-E9BB-670A581A3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8D7273A-072E-25CB-0329-85F57B38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C981F-DB11-40BC-8100-44DC016DE33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BF7803F-C870-DF5B-5895-24DF1C11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847AA5F-FA9B-EEB0-5B20-43FA2B84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C8F8F-FB71-4669-8400-D22E17758A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1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A2874C-E375-F3ED-8882-134DDE0C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E9A999B-B331-9423-1EE4-E8B5CD39C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4131CD6-D8A9-6F60-BF7B-A39F37F30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C981F-DB11-40BC-8100-44DC016DE33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4010E4D-47A4-788F-69A8-3A5C2C852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BF572D6-7F11-9B62-6A88-07EF03709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C8F8F-FB71-4669-8400-D22E17758A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ep 41">
            <a:extLst>
              <a:ext uri="{FF2B5EF4-FFF2-40B4-BE49-F238E27FC236}">
                <a16:creationId xmlns:a16="http://schemas.microsoft.com/office/drawing/2014/main" id="{2F08BB8E-5AFA-2965-54BE-F2E091252C50}"/>
              </a:ext>
            </a:extLst>
          </p:cNvPr>
          <p:cNvGrpSpPr/>
          <p:nvPr/>
        </p:nvGrpSpPr>
        <p:grpSpPr>
          <a:xfrm>
            <a:off x="916773" y="1007581"/>
            <a:ext cx="10960292" cy="5451215"/>
            <a:chOff x="916773" y="1007581"/>
            <a:chExt cx="10960292" cy="5451215"/>
          </a:xfrm>
        </p:grpSpPr>
        <p:pic>
          <p:nvPicPr>
            <p:cNvPr id="5" name="Afbeelding 4" descr="Afbeelding met zwart, duisternis&#10;&#10;Door AI gegenereerde inhoud is mogelijk onjuist.">
              <a:extLst>
                <a:ext uri="{FF2B5EF4-FFF2-40B4-BE49-F238E27FC236}">
                  <a16:creationId xmlns:a16="http://schemas.microsoft.com/office/drawing/2014/main" id="{28CD5AF2-194B-789D-8DE2-44E02DEE6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0308" y="1620912"/>
              <a:ext cx="634439" cy="720704"/>
            </a:xfrm>
            <a:prstGeom prst="rect">
              <a:avLst/>
            </a:prstGeom>
          </p:spPr>
        </p:pic>
        <p:sp>
          <p:nvSpPr>
            <p:cNvPr id="6" name="Tekstvak 5">
              <a:extLst>
                <a:ext uri="{FF2B5EF4-FFF2-40B4-BE49-F238E27FC236}">
                  <a16:creationId xmlns:a16="http://schemas.microsoft.com/office/drawing/2014/main" id="{8AD46B7E-4040-100A-9BA3-D3720CA46D5D}"/>
                </a:ext>
              </a:extLst>
            </p:cNvPr>
            <p:cNvSpPr txBox="1"/>
            <p:nvPr/>
          </p:nvSpPr>
          <p:spPr>
            <a:xfrm>
              <a:off x="2644878" y="2329388"/>
              <a:ext cx="1725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C1=CC=CC=C1</a:t>
              </a:r>
            </a:p>
          </p:txBody>
        </p:sp>
        <p:pic>
          <p:nvPicPr>
            <p:cNvPr id="8" name="Afbeelding 7" descr="Afbeelding met zwart, duisternis&#10;&#10;Door AI gegenereerde inhoud is mogelijk onjuist.">
              <a:extLst>
                <a:ext uri="{FF2B5EF4-FFF2-40B4-BE49-F238E27FC236}">
                  <a16:creationId xmlns:a16="http://schemas.microsoft.com/office/drawing/2014/main" id="{DA7AD349-6EDB-8C94-846B-28BDD97AE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0309" y="2876022"/>
              <a:ext cx="634439" cy="801397"/>
            </a:xfrm>
            <a:prstGeom prst="rect">
              <a:avLst/>
            </a:prstGeom>
          </p:spPr>
        </p:pic>
        <p:sp>
          <p:nvSpPr>
            <p:cNvPr id="9" name="Tekstvak 8">
              <a:extLst>
                <a:ext uri="{FF2B5EF4-FFF2-40B4-BE49-F238E27FC236}">
                  <a16:creationId xmlns:a16="http://schemas.microsoft.com/office/drawing/2014/main" id="{4B638B43-E293-6B4B-D5C3-63FE58926F18}"/>
                </a:ext>
              </a:extLst>
            </p:cNvPr>
            <p:cNvSpPr txBox="1"/>
            <p:nvPr/>
          </p:nvSpPr>
          <p:spPr>
            <a:xfrm>
              <a:off x="2644878" y="3657785"/>
              <a:ext cx="1725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C1=CC=NC=C1</a:t>
              </a:r>
            </a:p>
          </p:txBody>
        </p:sp>
        <p:sp>
          <p:nvSpPr>
            <p:cNvPr id="10" name="Tekstvak 9">
              <a:extLst>
                <a:ext uri="{FF2B5EF4-FFF2-40B4-BE49-F238E27FC236}">
                  <a16:creationId xmlns:a16="http://schemas.microsoft.com/office/drawing/2014/main" id="{B55EFE4C-2C63-43F3-B24D-3D76AD587D7A}"/>
                </a:ext>
              </a:extLst>
            </p:cNvPr>
            <p:cNvSpPr txBox="1"/>
            <p:nvPr/>
          </p:nvSpPr>
          <p:spPr>
            <a:xfrm>
              <a:off x="2644877" y="1007581"/>
              <a:ext cx="17255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SMILES input</a:t>
              </a:r>
            </a:p>
          </p:txBody>
        </p:sp>
        <p:sp>
          <p:nvSpPr>
            <p:cNvPr id="11" name="Tekstvak 10">
              <a:extLst>
                <a:ext uri="{FF2B5EF4-FFF2-40B4-BE49-F238E27FC236}">
                  <a16:creationId xmlns:a16="http://schemas.microsoft.com/office/drawing/2014/main" id="{25C8FCFE-1387-9E66-3E05-08CA94A4246E}"/>
                </a:ext>
              </a:extLst>
            </p:cNvPr>
            <p:cNvSpPr txBox="1"/>
            <p:nvPr/>
          </p:nvSpPr>
          <p:spPr>
            <a:xfrm>
              <a:off x="916773" y="3936220"/>
              <a:ext cx="10103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QM9</a:t>
              </a:r>
            </a:p>
          </p:txBody>
        </p:sp>
        <p:cxnSp>
          <p:nvCxnSpPr>
            <p:cNvPr id="13" name="Rechte verbindingslijn met pijl 12">
              <a:extLst>
                <a:ext uri="{FF2B5EF4-FFF2-40B4-BE49-F238E27FC236}">
                  <a16:creationId xmlns:a16="http://schemas.microsoft.com/office/drawing/2014/main" id="{2AB36318-C004-5CAD-B0F4-EAA0FB356733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1927122" y="3276720"/>
              <a:ext cx="806246" cy="9211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Rechte verbindingslijn met pijl 13">
              <a:extLst>
                <a:ext uri="{FF2B5EF4-FFF2-40B4-BE49-F238E27FC236}">
                  <a16:creationId xmlns:a16="http://schemas.microsoft.com/office/drawing/2014/main" id="{066ECA36-FD94-DD72-851B-2DC77E5B62AD}"/>
                </a:ext>
              </a:extLst>
            </p:cNvPr>
            <p:cNvCxnSpPr>
              <a:cxnSpLocks/>
            </p:cNvCxnSpPr>
            <p:nvPr/>
          </p:nvCxnSpPr>
          <p:spPr>
            <a:xfrm>
              <a:off x="1927122" y="4197830"/>
              <a:ext cx="717755" cy="10206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kstvak 19">
              <a:extLst>
                <a:ext uri="{FF2B5EF4-FFF2-40B4-BE49-F238E27FC236}">
                  <a16:creationId xmlns:a16="http://schemas.microsoft.com/office/drawing/2014/main" id="{7F95A040-D545-408F-EFB7-0FAA1F945EC7}"/>
                </a:ext>
              </a:extLst>
            </p:cNvPr>
            <p:cNvSpPr txBox="1"/>
            <p:nvPr/>
          </p:nvSpPr>
          <p:spPr>
            <a:xfrm>
              <a:off x="2465307" y="5266052"/>
              <a:ext cx="2084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HOMO-LUMO gap</a:t>
              </a:r>
            </a:p>
          </p:txBody>
        </p:sp>
        <p:cxnSp>
          <p:nvCxnSpPr>
            <p:cNvPr id="22" name="Rechte verbindingslijn met pijl 21">
              <a:extLst>
                <a:ext uri="{FF2B5EF4-FFF2-40B4-BE49-F238E27FC236}">
                  <a16:creationId xmlns:a16="http://schemas.microsoft.com/office/drawing/2014/main" id="{3108EFA0-31FB-970B-DB01-804BFC3BBA3B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4370408" y="2483276"/>
              <a:ext cx="118481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kstvak 22">
              <a:extLst>
                <a:ext uri="{FF2B5EF4-FFF2-40B4-BE49-F238E27FC236}">
                  <a16:creationId xmlns:a16="http://schemas.microsoft.com/office/drawing/2014/main" id="{E68E8643-DC4E-2A5A-A613-22C20F2ADD30}"/>
                </a:ext>
              </a:extLst>
            </p:cNvPr>
            <p:cNvSpPr txBox="1"/>
            <p:nvPr/>
          </p:nvSpPr>
          <p:spPr>
            <a:xfrm>
              <a:off x="4515449" y="2144722"/>
              <a:ext cx="8947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/>
                <a:t>RDKit</a:t>
              </a:r>
              <a:endParaRPr lang="en-US" b="1" dirty="0"/>
            </a:p>
          </p:txBody>
        </p:sp>
        <p:pic>
          <p:nvPicPr>
            <p:cNvPr id="27" name="Afbeelding 26" descr="Afbeelding met tekst, schermopname, diagram, Lettertype&#10;&#10;Door AI gegenereerde inhoud is mogelijk onjuist.">
              <a:extLst>
                <a:ext uri="{FF2B5EF4-FFF2-40B4-BE49-F238E27FC236}">
                  <a16:creationId xmlns:a16="http://schemas.microsoft.com/office/drawing/2014/main" id="{9D3D279F-E834-613D-3DFF-2025EE491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58" t="29687" r="58458" b="33760"/>
            <a:stretch>
              <a:fillRect/>
            </a:stretch>
          </p:blipFill>
          <p:spPr>
            <a:xfrm>
              <a:off x="5700267" y="1961549"/>
              <a:ext cx="1143165" cy="1043454"/>
            </a:xfrm>
            <a:prstGeom prst="rect">
              <a:avLst/>
            </a:prstGeom>
          </p:spPr>
        </p:pic>
        <p:sp>
          <p:nvSpPr>
            <p:cNvPr id="28" name="Tekstvak 27">
              <a:extLst>
                <a:ext uri="{FF2B5EF4-FFF2-40B4-BE49-F238E27FC236}">
                  <a16:creationId xmlns:a16="http://schemas.microsoft.com/office/drawing/2014/main" id="{5723B948-6374-F62B-E72C-38EF7B2ECDAE}"/>
                </a:ext>
              </a:extLst>
            </p:cNvPr>
            <p:cNvSpPr txBox="1"/>
            <p:nvPr/>
          </p:nvSpPr>
          <p:spPr>
            <a:xfrm>
              <a:off x="5444567" y="1007581"/>
              <a:ext cx="17255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Feature generation</a:t>
              </a:r>
            </a:p>
          </p:txBody>
        </p:sp>
        <p:cxnSp>
          <p:nvCxnSpPr>
            <p:cNvPr id="29" name="Rechte verbindingslijn met pijl 28">
              <a:extLst>
                <a:ext uri="{FF2B5EF4-FFF2-40B4-BE49-F238E27FC236}">
                  <a16:creationId xmlns:a16="http://schemas.microsoft.com/office/drawing/2014/main" id="{4FA14779-E175-8A7B-3F20-BC5952F68392}"/>
                </a:ext>
              </a:extLst>
            </p:cNvPr>
            <p:cNvCxnSpPr/>
            <p:nvPr/>
          </p:nvCxnSpPr>
          <p:spPr>
            <a:xfrm flipV="1">
              <a:off x="7133514" y="2483276"/>
              <a:ext cx="118481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560991B7-05CC-8050-B3B1-A5D1144251A5}"/>
                </a:ext>
              </a:extLst>
            </p:cNvPr>
            <p:cNvSpPr txBox="1"/>
            <p:nvPr/>
          </p:nvSpPr>
          <p:spPr>
            <a:xfrm>
              <a:off x="8547911" y="1007581"/>
              <a:ext cx="17255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Model training</a:t>
              </a:r>
            </a:p>
          </p:txBody>
        </p:sp>
        <p:sp>
          <p:nvSpPr>
            <p:cNvPr id="32" name="Rechthoek: afgeronde hoeken 31">
              <a:extLst>
                <a:ext uri="{FF2B5EF4-FFF2-40B4-BE49-F238E27FC236}">
                  <a16:creationId xmlns:a16="http://schemas.microsoft.com/office/drawing/2014/main" id="{8C53961F-93C8-E670-5BEA-4360950D0166}"/>
                </a:ext>
              </a:extLst>
            </p:cNvPr>
            <p:cNvSpPr/>
            <p:nvPr/>
          </p:nvSpPr>
          <p:spPr>
            <a:xfrm>
              <a:off x="8497482" y="2061309"/>
              <a:ext cx="1826388" cy="843933"/>
            </a:xfrm>
            <a:prstGeom prst="roundRect">
              <a:avLst>
                <a:gd name="adj" fmla="val 32796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Nested CV </a:t>
              </a:r>
              <a:r>
                <a:rPr lang="en-US" dirty="0" err="1"/>
                <a:t>LightGBM</a:t>
              </a:r>
              <a:endParaRPr lang="en-US" dirty="0"/>
            </a:p>
          </p:txBody>
        </p:sp>
        <p:cxnSp>
          <p:nvCxnSpPr>
            <p:cNvPr id="33" name="Rechte verbindingslijn met pijl 32">
              <a:extLst>
                <a:ext uri="{FF2B5EF4-FFF2-40B4-BE49-F238E27FC236}">
                  <a16:creationId xmlns:a16="http://schemas.microsoft.com/office/drawing/2014/main" id="{A3D7B9C8-5C7B-8EB9-6C35-29B59FD0113B}"/>
                </a:ext>
              </a:extLst>
            </p:cNvPr>
            <p:cNvCxnSpPr>
              <a:cxnSpLocks/>
            </p:cNvCxnSpPr>
            <p:nvPr/>
          </p:nvCxnSpPr>
          <p:spPr>
            <a:xfrm>
              <a:off x="9360248" y="3092330"/>
              <a:ext cx="0" cy="10601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kstvak 35">
              <a:extLst>
                <a:ext uri="{FF2B5EF4-FFF2-40B4-BE49-F238E27FC236}">
                  <a16:creationId xmlns:a16="http://schemas.microsoft.com/office/drawing/2014/main" id="{3AB0D9F0-F8B2-15E4-38E1-EA1E154E4472}"/>
                </a:ext>
              </a:extLst>
            </p:cNvPr>
            <p:cNvSpPr txBox="1"/>
            <p:nvPr/>
          </p:nvSpPr>
          <p:spPr>
            <a:xfrm>
              <a:off x="9731434" y="3268180"/>
              <a:ext cx="21456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Predicting </a:t>
              </a:r>
            </a:p>
            <a:p>
              <a:pPr algn="ctr"/>
              <a:r>
                <a:rPr lang="en-US" b="1" dirty="0"/>
                <a:t>HOMO-LUMO gap</a:t>
              </a:r>
            </a:p>
          </p:txBody>
        </p:sp>
        <p:cxnSp>
          <p:nvCxnSpPr>
            <p:cNvPr id="37" name="Rechte verbindingslijn met pijl 36">
              <a:extLst>
                <a:ext uri="{FF2B5EF4-FFF2-40B4-BE49-F238E27FC236}">
                  <a16:creationId xmlns:a16="http://schemas.microsoft.com/office/drawing/2014/main" id="{241729B4-0F6E-3C7B-5217-6118957A1B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1182" y="5450718"/>
              <a:ext cx="273107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Afbeelding 39" descr="Afbeelding met tekst, schermopname, diagram, Lettertype&#10;&#10;Door AI gegenereerde inhoud is mogelijk onjuist.">
              <a:extLst>
                <a:ext uri="{FF2B5EF4-FFF2-40B4-BE49-F238E27FC236}">
                  <a16:creationId xmlns:a16="http://schemas.microsoft.com/office/drawing/2014/main" id="{58794FF5-C72E-00BE-BFBC-2A1631530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005" t="63578" r="11426"/>
            <a:stretch>
              <a:fillRect/>
            </a:stretch>
          </p:blipFill>
          <p:spPr>
            <a:xfrm>
              <a:off x="8337862" y="4442639"/>
              <a:ext cx="2145628" cy="2016157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3C2F5758-1D6C-9C25-B85C-E557BA4C8181}"/>
                </a:ext>
              </a:extLst>
            </p:cNvPr>
            <p:cNvSpPr txBox="1"/>
            <p:nvPr/>
          </p:nvSpPr>
          <p:spPr>
            <a:xfrm>
              <a:off x="10642688" y="5266051"/>
              <a:ext cx="1072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MAE/R</a:t>
              </a:r>
              <a:r>
                <a:rPr lang="en-US" b="1" baseline="30000" dirty="0"/>
                <a:t>2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917242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C05EBC7B-D43A-7A2C-1D85-3DDFA7594CC6}"/>
              </a:ext>
            </a:extLst>
          </p:cNvPr>
          <p:cNvSpPr txBox="1"/>
          <p:nvPr/>
        </p:nvSpPr>
        <p:spPr>
          <a:xfrm>
            <a:off x="3876367" y="98322"/>
            <a:ext cx="4439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LightGBM</a:t>
            </a:r>
            <a:r>
              <a:rPr lang="en-US" sz="2400" b="1" dirty="0"/>
              <a:t> Regression with </a:t>
            </a:r>
            <a:r>
              <a:rPr lang="nl-BE" sz="2400" b="1" dirty="0" err="1"/>
              <a:t>Nested</a:t>
            </a:r>
            <a:r>
              <a:rPr lang="nl-BE" sz="2400" b="1" dirty="0"/>
              <a:t> Cross-</a:t>
            </a:r>
            <a:r>
              <a:rPr lang="nl-BE" sz="2400" b="1" dirty="0" err="1"/>
              <a:t>Validation</a:t>
            </a:r>
            <a:r>
              <a:rPr lang="nl-BE" sz="2400" b="1" dirty="0"/>
              <a:t> &amp; Hyperparameter </a:t>
            </a:r>
            <a:r>
              <a:rPr lang="nl-BE" sz="2400" b="1" dirty="0" err="1"/>
              <a:t>Tuning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6635659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41</Words>
  <Application>Microsoft Office PowerPoint</Application>
  <PresentationFormat>Breedbeeld</PresentationFormat>
  <Paragraphs>13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Kantoorthema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Mattice Criel</dc:creator>
  <cp:lastModifiedBy>Mattice Criel</cp:lastModifiedBy>
  <cp:revision>1</cp:revision>
  <dcterms:created xsi:type="dcterms:W3CDTF">2025-12-04T11:15:11Z</dcterms:created>
  <dcterms:modified xsi:type="dcterms:W3CDTF">2025-12-05T10:09:51Z</dcterms:modified>
</cp:coreProperties>
</file>